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39332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914400"/>
            <a:ext cx="3840480" cy="3840480"/>
          </a:xfrm>
          <a:prstGeom prst="ellipse">
            <a:avLst/>
          </a:prstGeom>
          <a:solidFill>
            <a:srgbClr val="D98E36">
              <a:alpha val="12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011680" y="4754880"/>
            <a:ext cx="4754880" cy="4754880"/>
          </a:xfrm>
          <a:prstGeom prst="ellipse">
            <a:avLst/>
          </a:prstGeom>
          <a:solidFill>
            <a:srgbClr val="39332B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1097280" y="5486400"/>
            <a:ext cx="2743200" cy="2743200"/>
          </a:xfrm>
          <a:prstGeom prst="ellipse">
            <a:avLst/>
          </a:prstGeom>
          <a:solidFill>
            <a:srgbClr val="1FAE84">
              <a:alpha val="1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E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M.TECH DATA SCIENCE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051560"/>
            <a:ext cx="794639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Zeroth Review</a:t>
            </a:r>
            <a:endParaRPr lang="en-US" sz="4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9D5C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Individual Project Presentation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011680" cy="0"/>
          </a:xfrm>
          <a:prstGeom prst="line">
            <a:avLst/>
          </a:prstGeom>
          <a:noFill/>
          <a:ln w="3175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7863840" cy="2331720"/>
          </a:xfrm>
          <a:prstGeom prst="roundRect">
            <a:avLst>
              <a:gd name="adj" fmla="val 5490"/>
            </a:avLst>
          </a:prstGeom>
          <a:solidFill>
            <a:srgbClr val="39332B"/>
          </a:solidFill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7588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Kaushik B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3832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67588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251011009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7274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Rajalakshmi Engineering College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E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7274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M.Tech Data Science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0632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39C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COVERED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34747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189720" y="35844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E3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35661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Sense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AI Banking Support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443484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189720" y="45445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AE8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45262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Foren-X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Digital Forensics Assistant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446520"/>
            <a:ext cx="1569148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5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Rajalakshmi Engineering College  •  Department of Computer Science  •  Zeroth Review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36192"/>
          </a:xfrm>
          <a:prstGeom prst="rect">
            <a:avLst/>
          </a:prstGeom>
          <a:solidFill>
            <a:srgbClr val="1E1E24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463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Call Sense — Real-Time Voice AI Agent for Banking Support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20700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D98E36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Image 0" descr="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20370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36192" y="208483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34640"/>
            <a:ext cx="4663440" cy="1335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banking customer support relies on human agents, leading to long waiting times and high operational costs.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support systems provide limited 24/7 assistance and often struggle to understand natural voice conversations.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a need for an AI-powered real-time voice assistant that can automate customer queries and provide fast, accurate support.</a:t>
            </a:r>
          </a:p>
        </p:txBody>
      </p:sp>
      <p:sp>
        <p:nvSpPr>
          <p:cNvPr id="13" name="Shape 10"/>
          <p:cNvSpPr/>
          <p:nvPr/>
        </p:nvSpPr>
        <p:spPr>
          <a:xfrm>
            <a:off x="6080760" y="178308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D98E36"/>
          </a:solidFill>
        </p:spPr>
        <p:txBody>
          <a:bodyPr/>
          <a:lstStyle/>
          <a:p>
            <a:endParaRPr lang="en-IN"/>
          </a:p>
        </p:txBody>
      </p:sp>
      <p:pic>
        <p:nvPicPr>
          <p:cNvPr id="15" name="Image 1" descr="object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0370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76872" y="208483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355080" y="2834640"/>
            <a:ext cx="4892040" cy="171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an AI-powered real-time voice assistant for banking services.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customers to interact using natural spoken language.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instant responses for common banking queries.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customer waiting time and operational costs.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customer satisfaction through 24/7 support.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77724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 of 2  |  Call Sense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36192"/>
          </a:xfrm>
          <a:prstGeom prst="rect">
            <a:avLst/>
          </a:prstGeom>
          <a:solidFill>
            <a:srgbClr val="1E1E24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463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Call Sense — Real-Time Voice AI Agent for Banking Support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20700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Dataset, Technical Stack &amp; Expected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87552" y="1993392"/>
            <a:ext cx="457200" cy="457200"/>
          </a:xfrm>
          <a:prstGeom prst="ellipse">
            <a:avLst/>
          </a:prstGeom>
          <a:solidFill>
            <a:srgbClr val="D98E36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Image 0" descr="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0939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9344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78713" y="2519680"/>
            <a:ext cx="290261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Banking77 Dataset – Banking customer queries for intent classification. 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Mozilla Common Voice – Voice recordings for speech recognition training. 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LibriSpeech</a:t>
            </a:r>
            <a:r>
              <a:rPr lang="en-US" sz="1100" dirty="0"/>
              <a:t> Dataset – Large speech dataset for speech-to-text models. </a:t>
            </a: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93082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49114" y="1993392"/>
            <a:ext cx="457200" cy="457200"/>
          </a:xfrm>
          <a:prstGeom prst="ellipse">
            <a:avLst/>
          </a:prstGeom>
          <a:solidFill>
            <a:srgbClr val="D98E36"/>
          </a:solidFill>
        </p:spPr>
        <p:txBody>
          <a:bodyPr/>
          <a:lstStyle/>
          <a:p>
            <a:endParaRPr lang="en-IN"/>
          </a:p>
        </p:txBody>
      </p:sp>
      <p:pic>
        <p:nvPicPr>
          <p:cNvPr id="15" name="Image 1" descr="tech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698" y="209397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70906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Stack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649114" y="2670048"/>
            <a:ext cx="2902610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- React.js, HTML, CSS, JavaScript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– Python, </a:t>
            </a:r>
            <a:r>
              <a:rPr lang="en-US" sz="1100" dirty="0" err="1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AI &amp; NLP, OpenAI GPT, </a:t>
            </a:r>
            <a:r>
              <a:rPr lang="en-US" sz="1100" dirty="0" err="1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Database: PostgreSQL / MongoDB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Tools: VS Code, Git &amp; GitHub, Postman, Docker</a:t>
            </a:r>
          </a:p>
        </p:txBody>
      </p:sp>
      <p:sp>
        <p:nvSpPr>
          <p:cNvPr id="18" name="Shape 14"/>
          <p:cNvSpPr/>
          <p:nvPr/>
        </p:nvSpPr>
        <p:spPr>
          <a:xfrm>
            <a:off x="8054645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310677" y="1993392"/>
            <a:ext cx="457200" cy="457200"/>
          </a:xfrm>
          <a:prstGeom prst="ellipse">
            <a:avLst/>
          </a:prstGeom>
          <a:solidFill>
            <a:srgbClr val="D98E36"/>
          </a:solidFill>
        </p:spPr>
        <p:txBody>
          <a:bodyPr/>
          <a:lstStyle/>
          <a:p>
            <a:endParaRPr lang="en-IN"/>
          </a:p>
        </p:txBody>
      </p:sp>
      <p:pic>
        <p:nvPicPr>
          <p:cNvPr id="20" name="Image 2" descr="outco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261" y="20939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32469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310677" y="2670048"/>
            <a:ext cx="2902610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can communicate with the banking AI assistant through voice.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understands customer queries in real time.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responses and Reduced workload for customer support executives.</a:t>
            </a:r>
          </a:p>
        </p:txBody>
      </p:sp>
      <p:sp>
        <p:nvSpPr>
          <p:cNvPr id="23" name="Shape 18"/>
          <p:cNvSpPr/>
          <p:nvPr/>
        </p:nvSpPr>
        <p:spPr>
          <a:xfrm>
            <a:off x="731520" y="4251960"/>
            <a:ext cx="10728655" cy="1737360"/>
          </a:xfrm>
          <a:prstGeom prst="roundRect">
            <a:avLst>
              <a:gd name="adj" fmla="val 6316"/>
            </a:avLst>
          </a:prstGeom>
          <a:solidFill>
            <a:srgbClr val="1E1E24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4" name="Text 19"/>
          <p:cNvSpPr txBox="1"/>
          <p:nvPr/>
        </p:nvSpPr>
        <p:spPr>
          <a:xfrm>
            <a:off x="1005840" y="44165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DC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05840" y="5029200"/>
            <a:ext cx="1523939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 txBox="1"/>
          <p:nvPr/>
        </p:nvSpPr>
        <p:spPr>
          <a:xfrm>
            <a:off x="1005840" y="5029200"/>
            <a:ext cx="152393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Caller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2584643" y="5029200"/>
            <a:ext cx="3931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E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3032699" y="5029200"/>
            <a:ext cx="1523939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3032699" y="5029200"/>
            <a:ext cx="152393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4611502" y="5029200"/>
            <a:ext cx="3931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E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5059558" y="5029200"/>
            <a:ext cx="1523939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5059558" y="5029200"/>
            <a:ext cx="152393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 Detection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6638361" y="5029200"/>
            <a:ext cx="3931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E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7086417" y="5029200"/>
            <a:ext cx="1523939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 txBox="1"/>
          <p:nvPr/>
        </p:nvSpPr>
        <p:spPr>
          <a:xfrm>
            <a:off x="7086417" y="5029200"/>
            <a:ext cx="152393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Response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665220" y="5029200"/>
            <a:ext cx="3931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E3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9113276" y="5029200"/>
            <a:ext cx="1523939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D98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 txBox="1"/>
          <p:nvPr/>
        </p:nvSpPr>
        <p:spPr>
          <a:xfrm>
            <a:off x="9113276" y="5029200"/>
            <a:ext cx="1523939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77724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2  |  Call Sense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36192"/>
          </a:xfrm>
          <a:prstGeom prst="rect">
            <a:avLst/>
          </a:prstGeom>
          <a:solidFill>
            <a:srgbClr val="1E1E24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463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F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FAPT Guard— AI-Powered Digital Forensics Assistant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20700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FAE84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Image 0" descr="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20370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36192" y="208483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34640"/>
            <a:ext cx="4663440" cy="1335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forensic investigations are time-consuming due to the large volume of digital evidence that must be </a:t>
            </a:r>
            <a:r>
              <a:rPr lang="en-GB" sz="1250" dirty="0" err="1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analyzed</a:t>
            </a: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analysis can miss critical evidence and requires skilled forensic experts.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GB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a need for an AI-powered forensic assistant to automate evidence analysis, detect cyber threats, and generate investigation reports efficiently</a:t>
            </a:r>
          </a:p>
        </p:txBody>
      </p:sp>
      <p:sp>
        <p:nvSpPr>
          <p:cNvPr id="13" name="Shape 10"/>
          <p:cNvSpPr/>
          <p:nvPr/>
        </p:nvSpPr>
        <p:spPr>
          <a:xfrm>
            <a:off x="6080760" y="178308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FAE84"/>
          </a:solidFill>
        </p:spPr>
        <p:txBody>
          <a:bodyPr/>
          <a:lstStyle/>
          <a:p>
            <a:endParaRPr lang="en-IN"/>
          </a:p>
        </p:txBody>
      </p:sp>
      <p:pic>
        <p:nvPicPr>
          <p:cNvPr id="15" name="Image 1" descr="object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0370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76872" y="208483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355080" y="2834640"/>
            <a:ext cx="4892040" cy="171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AI assistant for digital forensic investigations.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evidence analysis and classification.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suspicious files, malware, and unauthorized activities.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system logs and digital artifacts. 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investigation summaries and reports.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77724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 of 2  |  Foren 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700"/>
            <a:ext cx="12191695" cy="1536192"/>
          </a:xfrm>
          <a:prstGeom prst="rect">
            <a:avLst/>
          </a:prstGeom>
          <a:solidFill>
            <a:srgbClr val="1E1E24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463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F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"/>
            <a:ext cx="8778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FAPT Guard — AI-Powered Digital Forensics Assistant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19430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Dataset, Technical Stack &amp; Expected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9620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87552" y="1993392"/>
            <a:ext cx="457200" cy="457200"/>
          </a:xfrm>
          <a:prstGeom prst="ellipse">
            <a:avLst/>
          </a:prstGeom>
          <a:solidFill>
            <a:srgbClr val="1FAE84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Image 0" descr="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0939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9344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63195" y="2445258"/>
            <a:ext cx="3322929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Digital Corpora – Digital forensic evidence such as disk images and memory dumps. 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CICIDS2017 Dataset – Network traffic dataset containing normal and cyberattack activities. </a:t>
            </a:r>
          </a:p>
          <a:p>
            <a:pPr marL="171450" indent="-1714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UNSW-NB15 Dataset – Modern intrusion detection dataset with normal and malicious network traffic. </a:t>
            </a: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93082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49114" y="1993392"/>
            <a:ext cx="457200" cy="457200"/>
          </a:xfrm>
          <a:prstGeom prst="ellipse">
            <a:avLst/>
          </a:prstGeom>
          <a:solidFill>
            <a:srgbClr val="1FAE84"/>
          </a:solidFill>
        </p:spPr>
        <p:txBody>
          <a:bodyPr/>
          <a:lstStyle/>
          <a:p>
            <a:endParaRPr lang="en-IN"/>
          </a:p>
        </p:txBody>
      </p:sp>
      <p:pic>
        <p:nvPicPr>
          <p:cNvPr id="15" name="Image 1" descr="tech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698" y="209397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70906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Stack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649114" y="2670048"/>
            <a:ext cx="2902610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– React.js, HTML, CSS, JavaScript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– Python, </a:t>
            </a:r>
            <a:r>
              <a:rPr lang="en-US" sz="1100" dirty="0" err="1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OpenAI GPT, </a:t>
            </a:r>
            <a:r>
              <a:rPr lang="en-US" sz="1100" dirty="0" err="1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</a:t>
            </a: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Scikit-learn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– VS Code, Git &amp; GitHub, Postman, Docker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54645" y="1737360"/>
            <a:ext cx="340553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blurRad="101600" dist="25400" dir="5400000" algn="bl" rotWithShape="0">
              <a:srgbClr val="17171C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310677" y="1993392"/>
            <a:ext cx="457200" cy="457200"/>
          </a:xfrm>
          <a:prstGeom prst="ellipse">
            <a:avLst/>
          </a:prstGeom>
          <a:solidFill>
            <a:srgbClr val="1FAE84"/>
          </a:solidFill>
        </p:spPr>
        <p:txBody>
          <a:bodyPr/>
          <a:lstStyle/>
          <a:p>
            <a:endParaRPr lang="en-IN"/>
          </a:p>
        </p:txBody>
      </p:sp>
      <p:pic>
        <p:nvPicPr>
          <p:cNvPr id="20" name="Image 2" descr="outco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261" y="20939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32469" y="19751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7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310677" y="2670048"/>
            <a:ext cx="2902610" cy="1499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digital forensic investigation tool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evidence triage &amp; anomalies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Cross-source evidence correlation</a:t>
            </a:r>
            <a:endParaRPr lang="en-US" sz="11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717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forensic report generation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31520" y="4264660"/>
            <a:ext cx="10728655" cy="1737360"/>
          </a:xfrm>
          <a:prstGeom prst="roundRect">
            <a:avLst>
              <a:gd name="adj" fmla="val 6316"/>
            </a:avLst>
          </a:prstGeom>
          <a:solidFill>
            <a:srgbClr val="1E1E24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1005840" y="44165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F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05840" y="5029200"/>
            <a:ext cx="1560515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 txBox="1"/>
          <p:nvPr/>
        </p:nvSpPr>
        <p:spPr>
          <a:xfrm>
            <a:off x="1005840" y="5029200"/>
            <a:ext cx="156051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Collection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2602931" y="502920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E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3023555" y="5029200"/>
            <a:ext cx="1560515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3023555" y="5029200"/>
            <a:ext cx="156051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Extraction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4620646" y="502920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E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5041270" y="5029200"/>
            <a:ext cx="1560515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5041270" y="5029200"/>
            <a:ext cx="156051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Analysis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638361" y="502920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E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7058985" y="5029200"/>
            <a:ext cx="1560515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 txBox="1"/>
          <p:nvPr/>
        </p:nvSpPr>
        <p:spPr>
          <a:xfrm>
            <a:off x="7058985" y="5029200"/>
            <a:ext cx="156051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8656076" y="502920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E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9076700" y="5029200"/>
            <a:ext cx="1560515" cy="685800"/>
          </a:xfrm>
          <a:prstGeom prst="roundRect">
            <a:avLst>
              <a:gd name="adj" fmla="val 12000"/>
            </a:avLst>
          </a:prstGeom>
          <a:solidFill>
            <a:srgbClr val="39332B"/>
          </a:solidFill>
          <a:ln w="12700">
            <a:solidFill>
              <a:srgbClr val="1FAE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 txBox="1"/>
          <p:nvPr/>
        </p:nvSpPr>
        <p:spPr>
          <a:xfrm>
            <a:off x="9076700" y="5029200"/>
            <a:ext cx="156051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77724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of 2  |  Foren 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578</Words>
  <Application>Microsoft Office PowerPoint</Application>
  <PresentationFormat>Widescreen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Kaushik B</cp:lastModifiedBy>
  <cp:revision>6</cp:revision>
  <dcterms:created xsi:type="dcterms:W3CDTF">2026-08-27T16:25:00Z</dcterms:created>
  <dcterms:modified xsi:type="dcterms:W3CDTF">2026-10-15T15:29:25Z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DE45FDF766FB49BE9D1B12BA1C618BD5_12</vt:lpwstr>
  </property>
</Properties>
</file>